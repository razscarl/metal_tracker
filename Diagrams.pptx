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739" autoAdjust="0"/>
    <p:restoredTop sz="94660"/>
  </p:normalViewPr>
  <p:slideViewPr>
    <p:cSldViewPr snapToGrid="0">
      <p:cViewPr varScale="1">
        <p:scale>
          <a:sx n="91" d="100"/>
          <a:sy n="91" d="100"/>
        </p:scale>
        <p:origin x="90" y="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BA8C-5C79-7C09-21C0-2893183DB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A4FA7-5278-EDFE-2599-906A64B3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60D03-9FDD-CB6C-86BC-85CC97B7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6F70E-38A9-B1D6-BCAA-908B24B5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4B1BB-F8C0-4425-B385-CD283768D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3421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2AEEF-29C9-CFC9-71CC-29309DE27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34521-CCF8-3090-B27D-C0ADD34F1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E4EC2-AEC7-18F3-85E3-9224BD484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FF282-528B-DC28-304C-94D09B5D8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7A497-EB41-F427-5E4A-BE881CBF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6029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8A67-4C96-3295-1CA0-95968383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2FC20-789B-98E5-8959-669676742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1B0DA-7BF0-DF1D-0784-A0622B60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FB373-4331-39DA-2765-6AEBB8E9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A705E-E546-E4E8-A146-24C7DB49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390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CCC0-F20D-6614-4AD4-0E629FF29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E32EF-21CD-1515-78D3-035B76F12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A1C25-9CF6-11C1-EAA9-B69C36338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1CCC8-B754-8C18-31E6-D19329B9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161F1-5606-C54E-D0CE-276BF056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CC65F-AC30-01EA-7FBE-6CF7A456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05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09AF-5C26-4C3F-6A1F-AB6C5CF7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868EA-3754-64B9-9329-A0CD82AD2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18253-6D7E-2038-E536-92076D71E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1BB0C-121E-0CF0-E3C9-397263256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BF8A45-0DD4-4B0E-7466-0ABBEE360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2AB06A-CC58-0FCA-BC62-C0413C56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630DA-C2AB-5BA0-E385-0B1B6DB4B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3D19E-3C4F-01A6-0227-83D16F22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075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F609A-7770-E425-15E4-3C9DECFC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2E2862-B4F9-4008-60CA-81A0493B0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D7C1A-2794-0D5F-2C85-658A033D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3BA2C-DFD8-DD28-043C-F6D0F232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610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8DCBD-CFB1-AF3B-78D5-54CF1C40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FC303-978D-7991-1134-014DC0ED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51B63-DAC4-5424-48AB-E4827CDE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634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8A0B-B5B8-488B-6CD6-0E50BDF97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496C-2D72-1532-31E6-347AD54FE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A6F14-B10E-1D85-12F5-94CCCDF14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3C6CD-58FD-BD34-2EA7-EA603255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D73E4-9524-9B3E-078A-D6A6B163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7F06C-ECDC-977B-63FA-84476CCC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406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D0C27-B36F-8195-58C8-6027C5AD7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D4AFA-AB03-E273-2991-FF667F5AE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2590A-61CE-BA87-C58B-E251DAB4D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FCB69-9F7A-3DFE-FECF-FEBFAE30F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3F352-BC37-F134-6795-324AE89A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0848D-9F93-B74A-ED40-2E5092D7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0155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05CE-9DC0-6550-80FB-AAD4AE39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EC54C-F716-9366-7DFC-EEE6DA063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F6CEB-345C-5CBE-6216-5DD191ED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E5494-F226-08B7-8FF6-50E1B4D0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78E3B-1F8C-1338-0A26-5AA1B53C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945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5246D-D495-FEF1-C702-0A43B20ADF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A2404-EC97-EE60-24C2-693FBD93B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617E7-DCD3-FFF8-C1D3-141812F6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60097-15A9-C95E-405A-A736B849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211F-A75E-D909-E9D5-A4F9F597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669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E930F-312C-000D-A56B-82912048F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4E3BA-B8CB-BEEE-4BA9-B6DB7B441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460B6-8780-97D6-CDC4-D29352C29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83918-4947-4642-8895-4EC6F0CB2D53}" type="datetimeFigureOut">
              <a:rPr lang="en-AU" smtClean="0"/>
              <a:t>10/02/2026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70EE-82BD-2DBE-E994-E8B84EE13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46984-027D-0BC6-AC1B-735D45C9F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F7A072-F20E-47B8-BB81-75492AC28C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6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F50ABEB3-39A1-7B2C-64A6-251D39432D06}"/>
              </a:ext>
            </a:extLst>
          </p:cNvPr>
          <p:cNvGrpSpPr/>
          <p:nvPr/>
        </p:nvGrpSpPr>
        <p:grpSpPr>
          <a:xfrm>
            <a:off x="694394" y="357353"/>
            <a:ext cx="4853883" cy="6125604"/>
            <a:chOff x="694394" y="357353"/>
            <a:chExt cx="4853883" cy="612560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7B599E7-A531-982E-18A1-C2D7B63C3793}"/>
                </a:ext>
              </a:extLst>
            </p:cNvPr>
            <p:cNvSpPr/>
            <p:nvPr/>
          </p:nvSpPr>
          <p:spPr>
            <a:xfrm>
              <a:off x="694394" y="357353"/>
              <a:ext cx="4853883" cy="3231495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sz="12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85399DF-6F0E-AEAD-468E-079E11A16F36}"/>
                </a:ext>
              </a:extLst>
            </p:cNvPr>
            <p:cNvSpPr/>
            <p:nvPr/>
          </p:nvSpPr>
          <p:spPr>
            <a:xfrm>
              <a:off x="694394" y="357353"/>
              <a:ext cx="4853883" cy="7153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/>
                <a:t>METAL TRACKER APP</a:t>
              </a:r>
            </a:p>
            <a:p>
              <a:pPr algn="ctr"/>
              <a:r>
                <a:rPr lang="en-AU" sz="1200" dirty="0"/>
                <a:t>(Flutter Android)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D19D6AC-9B7C-753F-5A72-26B29C739649}"/>
                </a:ext>
              </a:extLst>
            </p:cNvPr>
            <p:cNvSpPr/>
            <p:nvPr/>
          </p:nvSpPr>
          <p:spPr>
            <a:xfrm>
              <a:off x="796175" y="1445493"/>
              <a:ext cx="1241879" cy="7153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/>
                <a:t>UI Layer</a:t>
              </a:r>
            </a:p>
            <a:p>
              <a:pPr algn="ctr"/>
              <a:r>
                <a:rPr lang="en-AU" sz="1200" dirty="0"/>
                <a:t>(Screens / Widgets)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57A546-6692-7760-85D9-0EEB6687C696}"/>
                </a:ext>
              </a:extLst>
            </p:cNvPr>
            <p:cNvSpPr/>
            <p:nvPr/>
          </p:nvSpPr>
          <p:spPr>
            <a:xfrm>
              <a:off x="2496403" y="1445492"/>
              <a:ext cx="1241879" cy="7153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/>
                <a:t>Business Logic Layer</a:t>
              </a:r>
            </a:p>
            <a:p>
              <a:pPr algn="ctr"/>
              <a:r>
                <a:rPr lang="en-AU" sz="1200" dirty="0"/>
                <a:t>(Services)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09FABF2-DEF9-B3A6-BDB6-A0646DCFD24D}"/>
                </a:ext>
              </a:extLst>
            </p:cNvPr>
            <p:cNvSpPr/>
            <p:nvPr/>
          </p:nvSpPr>
          <p:spPr>
            <a:xfrm>
              <a:off x="4196630" y="1445492"/>
              <a:ext cx="1241879" cy="7153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/>
                <a:t>Data Layer</a:t>
              </a:r>
            </a:p>
            <a:p>
              <a:pPr algn="ctr"/>
              <a:r>
                <a:rPr lang="en-AU" sz="1200" dirty="0"/>
                <a:t>(Repository)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8A13CFE-948E-6995-48C5-E64A1549651D}"/>
                </a:ext>
              </a:extLst>
            </p:cNvPr>
            <p:cNvCxnSpPr>
              <a:cxnSpLocks/>
            </p:cNvCxnSpPr>
            <p:nvPr/>
          </p:nvCxnSpPr>
          <p:spPr>
            <a:xfrm>
              <a:off x="2038054" y="1629987"/>
              <a:ext cx="4583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D4ECD1B-1F11-6ED0-AE37-C785B7237770}"/>
                </a:ext>
              </a:extLst>
            </p:cNvPr>
            <p:cNvCxnSpPr>
              <a:cxnSpLocks/>
            </p:cNvCxnSpPr>
            <p:nvPr/>
          </p:nvCxnSpPr>
          <p:spPr>
            <a:xfrm>
              <a:off x="3738281" y="1626222"/>
              <a:ext cx="4583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91559F2-3E15-B62F-7E4A-4B16F1F41C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38281" y="1946262"/>
              <a:ext cx="4583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C7E47F1-0BEA-BF66-B728-595FE031A7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053" y="1946262"/>
              <a:ext cx="4583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E3744B-7D98-294C-0A97-DAA17A4E3845}"/>
                </a:ext>
              </a:extLst>
            </p:cNvPr>
            <p:cNvSpPr/>
            <p:nvPr/>
          </p:nvSpPr>
          <p:spPr>
            <a:xfrm>
              <a:off x="2496402" y="2718126"/>
              <a:ext cx="1241879" cy="7153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/>
                <a:t>Local Cache</a:t>
              </a:r>
            </a:p>
            <a:p>
              <a:pPr algn="ctr"/>
              <a:r>
                <a:rPr lang="en-AU" sz="1200" dirty="0"/>
                <a:t>(SQLite)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F256BD8-EE5B-68AD-E9B2-9C40F664A4F0}"/>
                </a:ext>
              </a:extLst>
            </p:cNvPr>
            <p:cNvSpPr/>
            <p:nvPr/>
          </p:nvSpPr>
          <p:spPr>
            <a:xfrm>
              <a:off x="4196630" y="2718126"/>
              <a:ext cx="1241879" cy="7153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 err="1"/>
                <a:t>Supabase</a:t>
              </a:r>
              <a:endParaRPr lang="en-AU" sz="1200" dirty="0"/>
            </a:p>
            <a:p>
              <a:pPr algn="ctr"/>
              <a:r>
                <a:rPr lang="en-AU" sz="1200" dirty="0"/>
                <a:t>(</a:t>
              </a:r>
              <a:r>
                <a:rPr lang="en-AU" sz="1200" dirty="0" err="1"/>
                <a:t>ProgresSQL</a:t>
              </a:r>
              <a:r>
                <a:rPr lang="en-AU" sz="1200" dirty="0"/>
                <a:t>)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BC29F88-2E55-F865-1143-196951A9A831}"/>
                </a:ext>
              </a:extLst>
            </p:cNvPr>
            <p:cNvCxnSpPr>
              <a:stCxn id="6" idx="2"/>
              <a:endCxn id="15" idx="0"/>
            </p:cNvCxnSpPr>
            <p:nvPr/>
          </p:nvCxnSpPr>
          <p:spPr>
            <a:xfrm flipH="1">
              <a:off x="3117341" y="2160878"/>
              <a:ext cx="1" cy="5572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78718A1-D40F-E10A-F7A9-B3208009443B}"/>
                </a:ext>
              </a:extLst>
            </p:cNvPr>
            <p:cNvCxnSpPr>
              <a:stCxn id="7" idx="2"/>
              <a:endCxn id="16" idx="0"/>
            </p:cNvCxnSpPr>
            <p:nvPr/>
          </p:nvCxnSpPr>
          <p:spPr>
            <a:xfrm>
              <a:off x="4817570" y="2160878"/>
              <a:ext cx="0" cy="5572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A22F05C-1043-8B29-B0D0-5D53735C54D9}"/>
                </a:ext>
              </a:extLst>
            </p:cNvPr>
            <p:cNvGrpSpPr/>
            <p:nvPr/>
          </p:nvGrpSpPr>
          <p:grpSpPr>
            <a:xfrm>
              <a:off x="1368220" y="3973069"/>
              <a:ext cx="3506230" cy="2509888"/>
              <a:chOff x="2038052" y="3973069"/>
              <a:chExt cx="3506230" cy="2509888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D9CE9A4-7721-C9E4-AA7E-627B8779BDCD}"/>
                  </a:ext>
                </a:extLst>
              </p:cNvPr>
              <p:cNvSpPr/>
              <p:nvPr/>
            </p:nvSpPr>
            <p:spPr>
              <a:xfrm>
                <a:off x="2038053" y="3973069"/>
                <a:ext cx="3506229" cy="2509888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AU" sz="1200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8661A84-993C-9119-F14E-390B0A191FAE}"/>
                  </a:ext>
                </a:extLst>
              </p:cNvPr>
              <p:cNvSpPr/>
              <p:nvPr/>
            </p:nvSpPr>
            <p:spPr>
              <a:xfrm>
                <a:off x="2038052" y="3973069"/>
                <a:ext cx="3506229" cy="71538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1200" dirty="0"/>
                  <a:t>External Data Sources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1D1992F-8EE5-F3A0-3466-4C4D28155FFA}"/>
                  </a:ext>
                </a:extLst>
              </p:cNvPr>
              <p:cNvSpPr/>
              <p:nvPr/>
            </p:nvSpPr>
            <p:spPr>
              <a:xfrm>
                <a:off x="2267227" y="5132573"/>
                <a:ext cx="1241879" cy="106895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1200" dirty="0"/>
                  <a:t>Web Scraping</a:t>
                </a:r>
              </a:p>
              <a:p>
                <a:pPr algn="ctr"/>
                <a:r>
                  <a:rPr lang="en-AU" sz="1200" dirty="0"/>
                  <a:t>(GS, GBA, IMP)</a:t>
                </a:r>
                <a:br>
                  <a:rPr lang="en-AU" sz="1200" dirty="0"/>
                </a:br>
                <a:r>
                  <a:rPr lang="en-AU" sz="1200" dirty="0"/>
                  <a:t>Live Price</a:t>
                </a:r>
                <a:br>
                  <a:rPr lang="en-AU" sz="1200" dirty="0"/>
                </a:br>
                <a:r>
                  <a:rPr lang="en-AU" sz="1200" dirty="0"/>
                  <a:t>Product Listing</a:t>
                </a:r>
              </a:p>
              <a:p>
                <a:pPr algn="ctr"/>
                <a:r>
                  <a:rPr lang="en-AU" sz="1200" dirty="0"/>
                  <a:t>Local Spot Price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B2B7CFF-65CF-C0A8-DC3F-28D0A6CE9FE4}"/>
                  </a:ext>
                </a:extLst>
              </p:cNvPr>
              <p:cNvSpPr/>
              <p:nvPr/>
            </p:nvSpPr>
            <p:spPr>
              <a:xfrm>
                <a:off x="4067615" y="5338717"/>
                <a:ext cx="1241879" cy="71538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1200" dirty="0" err="1"/>
                  <a:t>Metalpriceapi</a:t>
                </a:r>
                <a:r>
                  <a:rPr lang="en-AU" sz="1200" dirty="0"/>
                  <a:t> API</a:t>
                </a:r>
              </a:p>
              <a:p>
                <a:pPr algn="ctr"/>
                <a:r>
                  <a:rPr lang="en-AU" sz="1200" dirty="0"/>
                  <a:t>(Global Spot Price)</a:t>
                </a:r>
              </a:p>
            </p:txBody>
          </p: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4161520-13A9-D5C6-299B-4F57F437CADA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 flipH="1">
              <a:off x="3117341" y="3588848"/>
              <a:ext cx="3995" cy="3842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3416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62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Todd Z Davey</dc:creator>
  <cp:lastModifiedBy>Todd Z Davey</cp:lastModifiedBy>
  <cp:revision>2</cp:revision>
  <dcterms:created xsi:type="dcterms:W3CDTF">2026-02-10T11:13:08Z</dcterms:created>
  <dcterms:modified xsi:type="dcterms:W3CDTF">2026-02-10T12:17:39Z</dcterms:modified>
</cp:coreProperties>
</file>